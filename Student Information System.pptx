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" r:id="rId6"/>
    <p:sldId id="259" r:id="rId7"/>
    <p:sldId id="257" r:id="rId8"/>
    <p:sldId id="261" r:id="rId9"/>
    <p:sldId id="262" r:id="rId10"/>
    <p:sldId id="263" r:id="rId11"/>
    <p:sldId id="264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6321" autoAdjust="0"/>
  </p:normalViewPr>
  <p:slideViewPr>
    <p:cSldViewPr snapToGrid="0">
      <p:cViewPr varScale="1">
        <p:scale>
          <a:sx n="106" d="100"/>
          <a:sy n="106" d="100"/>
        </p:scale>
        <p:origin x="47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2026/4/21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 userDrawn="1"/>
        </p:nvGrpSpPr>
        <p:grpSpPr>
          <a:xfrm>
            <a:off x="7930423" y="3800366"/>
            <a:ext cx="4261577" cy="3057634"/>
            <a:chOff x="7930423" y="3800366"/>
            <a:chExt cx="4261577" cy="3057634"/>
          </a:xfrm>
        </p:grpSpPr>
        <p:sp>
          <p:nvSpPr>
            <p:cNvPr id="27" name="任意形状 26"/>
            <p:cNvSpPr/>
            <p:nvPr userDrawn="1"/>
          </p:nvSpPr>
          <p:spPr>
            <a:xfrm>
              <a:off x="7930423" y="3800366"/>
              <a:ext cx="4261577" cy="3057634"/>
            </a:xfrm>
            <a:custGeom>
              <a:avLst/>
              <a:gdLst>
                <a:gd name="connsiteX0" fmla="*/ 4261577 w 4261577"/>
                <a:gd name="connsiteY0" fmla="*/ 0 h 3057634"/>
                <a:gd name="connsiteX1" fmla="*/ 4261577 w 4261577"/>
                <a:gd name="connsiteY1" fmla="*/ 3057634 h 3057634"/>
                <a:gd name="connsiteX2" fmla="*/ 0 w 4261577"/>
                <a:gd name="connsiteY2" fmla="*/ 3057634 h 305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61577" h="3057634">
                  <a:moveTo>
                    <a:pt x="4261577" y="0"/>
                  </a:moveTo>
                  <a:lnTo>
                    <a:pt x="4261577" y="3057634"/>
                  </a:lnTo>
                  <a:lnTo>
                    <a:pt x="0" y="305763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任意形状 27"/>
            <p:cNvSpPr/>
            <p:nvPr userDrawn="1"/>
          </p:nvSpPr>
          <p:spPr>
            <a:xfrm rot="10800000" flipV="1">
              <a:off x="9217096" y="5368704"/>
              <a:ext cx="2974904" cy="1489295"/>
            </a:xfrm>
            <a:custGeom>
              <a:avLst/>
              <a:gdLst>
                <a:gd name="connsiteX0" fmla="*/ 2185871 w 2974904"/>
                <a:gd name="connsiteY0" fmla="*/ 0 h 1489295"/>
                <a:gd name="connsiteX1" fmla="*/ 0 w 2974904"/>
                <a:gd name="connsiteY1" fmla="*/ 0 h 1489295"/>
                <a:gd name="connsiteX2" fmla="*/ 0 w 2974904"/>
                <a:gd name="connsiteY2" fmla="*/ 1489295 h 1489295"/>
                <a:gd name="connsiteX3" fmla="*/ 1861636 w 2974904"/>
                <a:gd name="connsiteY3" fmla="*/ 1489295 h 1489295"/>
                <a:gd name="connsiteX4" fmla="*/ 2974904 w 2974904"/>
                <a:gd name="connsiteY4" fmla="*/ 566122 h 148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4904" h="1489295">
                  <a:moveTo>
                    <a:pt x="2185871" y="0"/>
                  </a:moveTo>
                  <a:lnTo>
                    <a:pt x="0" y="0"/>
                  </a:lnTo>
                  <a:lnTo>
                    <a:pt x="0" y="1489295"/>
                  </a:lnTo>
                  <a:lnTo>
                    <a:pt x="1861636" y="1489295"/>
                  </a:lnTo>
                  <a:lnTo>
                    <a:pt x="2974904" y="566122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任意形状 28"/>
            <p:cNvSpPr/>
            <p:nvPr userDrawn="1"/>
          </p:nvSpPr>
          <p:spPr>
            <a:xfrm rot="10800000">
              <a:off x="7930424" y="6274034"/>
              <a:ext cx="4261576" cy="583963"/>
            </a:xfrm>
            <a:custGeom>
              <a:avLst/>
              <a:gdLst>
                <a:gd name="connsiteX0" fmla="*/ 3454023 w 4267922"/>
                <a:gd name="connsiteY0" fmla="*/ 583963 h 583963"/>
                <a:gd name="connsiteX1" fmla="*/ 0 w 4267922"/>
                <a:gd name="connsiteY1" fmla="*/ 583963 h 583963"/>
                <a:gd name="connsiteX2" fmla="*/ 0 w 4267922"/>
                <a:gd name="connsiteY2" fmla="*/ 0 h 583963"/>
                <a:gd name="connsiteX3" fmla="*/ 4267922 w 4267922"/>
                <a:gd name="connsiteY3" fmla="*/ 0 h 583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7922" h="583963">
                  <a:moveTo>
                    <a:pt x="3454023" y="583963"/>
                  </a:moveTo>
                  <a:lnTo>
                    <a:pt x="0" y="583963"/>
                  </a:lnTo>
                  <a:lnTo>
                    <a:pt x="0" y="0"/>
                  </a:lnTo>
                  <a:lnTo>
                    <a:pt x="4267922" y="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0" name="组合 29"/>
          <p:cNvGrpSpPr/>
          <p:nvPr userDrawn="1"/>
        </p:nvGrpSpPr>
        <p:grpSpPr>
          <a:xfrm>
            <a:off x="0" y="-4246"/>
            <a:ext cx="5884829" cy="2077490"/>
            <a:chOff x="0" y="-4246"/>
            <a:chExt cx="5884829" cy="2077490"/>
          </a:xfrm>
        </p:grpSpPr>
        <p:sp>
          <p:nvSpPr>
            <p:cNvPr id="12" name="任意形状 11"/>
            <p:cNvSpPr/>
            <p:nvPr userDrawn="1"/>
          </p:nvSpPr>
          <p:spPr>
            <a:xfrm>
              <a:off x="0" y="0"/>
              <a:ext cx="5884829" cy="2073244"/>
            </a:xfrm>
            <a:custGeom>
              <a:avLst/>
              <a:gdLst>
                <a:gd name="connsiteX0" fmla="*/ 0 w 5884829"/>
                <a:gd name="connsiteY0" fmla="*/ 0 h 2073244"/>
                <a:gd name="connsiteX1" fmla="*/ 5884829 w 5884829"/>
                <a:gd name="connsiteY1" fmla="*/ 0 h 2073244"/>
                <a:gd name="connsiteX2" fmla="*/ 2995245 w 5884829"/>
                <a:gd name="connsiteY2" fmla="*/ 2073244 h 2073244"/>
                <a:gd name="connsiteX3" fmla="*/ 0 w 5884829"/>
                <a:gd name="connsiteY3" fmla="*/ 2073244 h 2073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4829" h="2073244">
                  <a:moveTo>
                    <a:pt x="0" y="0"/>
                  </a:moveTo>
                  <a:lnTo>
                    <a:pt x="5884829" y="0"/>
                  </a:lnTo>
                  <a:lnTo>
                    <a:pt x="2995245" y="2073244"/>
                  </a:lnTo>
                  <a:lnTo>
                    <a:pt x="0" y="207324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任意形状 20"/>
            <p:cNvSpPr/>
            <p:nvPr userDrawn="1"/>
          </p:nvSpPr>
          <p:spPr>
            <a:xfrm>
              <a:off x="0" y="0"/>
              <a:ext cx="3457905" cy="1475715"/>
            </a:xfrm>
            <a:custGeom>
              <a:avLst/>
              <a:gdLst>
                <a:gd name="connsiteX0" fmla="*/ 0 w 3457905"/>
                <a:gd name="connsiteY0" fmla="*/ 0 h 1475715"/>
                <a:gd name="connsiteX1" fmla="*/ 3457905 w 3457905"/>
                <a:gd name="connsiteY1" fmla="*/ 0 h 1475715"/>
                <a:gd name="connsiteX2" fmla="*/ 1401127 w 3457905"/>
                <a:gd name="connsiteY2" fmla="*/ 1475715 h 1475715"/>
                <a:gd name="connsiteX3" fmla="*/ 0 w 3457905"/>
                <a:gd name="connsiteY3" fmla="*/ 1475715 h 147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905" h="1475715">
                  <a:moveTo>
                    <a:pt x="0" y="0"/>
                  </a:moveTo>
                  <a:lnTo>
                    <a:pt x="3457905" y="0"/>
                  </a:lnTo>
                  <a:lnTo>
                    <a:pt x="1401127" y="1475715"/>
                  </a:lnTo>
                  <a:lnTo>
                    <a:pt x="0" y="1475715"/>
                  </a:lnTo>
                  <a:close/>
                </a:path>
              </a:pathLst>
            </a:custGeom>
            <a:solidFill>
              <a:schemeClr val="accent1">
                <a:alpha val="4956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8" name="任意形状 17"/>
            <p:cNvSpPr/>
            <p:nvPr userDrawn="1"/>
          </p:nvSpPr>
          <p:spPr>
            <a:xfrm>
              <a:off x="0" y="-4246"/>
              <a:ext cx="4613437" cy="982019"/>
            </a:xfrm>
            <a:custGeom>
              <a:avLst/>
              <a:gdLst>
                <a:gd name="connsiteX0" fmla="*/ 0 w 4613437"/>
                <a:gd name="connsiteY0" fmla="*/ 0 h 982019"/>
                <a:gd name="connsiteX1" fmla="*/ 4613437 w 4613437"/>
                <a:gd name="connsiteY1" fmla="*/ 0 h 982019"/>
                <a:gd name="connsiteX2" fmla="*/ 3244748 w 4613437"/>
                <a:gd name="connsiteY2" fmla="*/ 982019 h 982019"/>
                <a:gd name="connsiteX3" fmla="*/ 0 w 4613437"/>
                <a:gd name="connsiteY3" fmla="*/ 982019 h 98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3437" h="982019">
                  <a:moveTo>
                    <a:pt x="0" y="0"/>
                  </a:moveTo>
                  <a:lnTo>
                    <a:pt x="4613437" y="0"/>
                  </a:lnTo>
                  <a:lnTo>
                    <a:pt x="3244748" y="982019"/>
                  </a:lnTo>
                  <a:lnTo>
                    <a:pt x="0" y="982019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2266593"/>
            <a:ext cx="10858500" cy="1371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3638193"/>
            <a:ext cx="10858500" cy="156833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260850" y="5448368"/>
            <a:ext cx="3657600" cy="27432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4260850" y="5807230"/>
            <a:ext cx="3657600" cy="27432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www.officeplus.cn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774507"/>
            <a:ext cx="2836562" cy="915667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774506"/>
            <a:ext cx="7773821" cy="4359593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1" y="0"/>
            <a:ext cx="4245922" cy="1498915"/>
            <a:chOff x="0" y="-4246"/>
            <a:chExt cx="5884829" cy="2077490"/>
          </a:xfrm>
        </p:grpSpPr>
        <p:sp>
          <p:nvSpPr>
            <p:cNvPr id="12" name="任意形状 11"/>
            <p:cNvSpPr/>
            <p:nvPr userDrawn="1"/>
          </p:nvSpPr>
          <p:spPr>
            <a:xfrm>
              <a:off x="0" y="0"/>
              <a:ext cx="5884829" cy="2073244"/>
            </a:xfrm>
            <a:custGeom>
              <a:avLst/>
              <a:gdLst>
                <a:gd name="connsiteX0" fmla="*/ 0 w 5884829"/>
                <a:gd name="connsiteY0" fmla="*/ 0 h 2073244"/>
                <a:gd name="connsiteX1" fmla="*/ 5884829 w 5884829"/>
                <a:gd name="connsiteY1" fmla="*/ 0 h 2073244"/>
                <a:gd name="connsiteX2" fmla="*/ 2995245 w 5884829"/>
                <a:gd name="connsiteY2" fmla="*/ 2073244 h 2073244"/>
                <a:gd name="connsiteX3" fmla="*/ 0 w 5884829"/>
                <a:gd name="connsiteY3" fmla="*/ 2073244 h 2073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4829" h="2073244">
                  <a:moveTo>
                    <a:pt x="0" y="0"/>
                  </a:moveTo>
                  <a:lnTo>
                    <a:pt x="5884829" y="0"/>
                  </a:lnTo>
                  <a:lnTo>
                    <a:pt x="2995245" y="2073244"/>
                  </a:lnTo>
                  <a:lnTo>
                    <a:pt x="0" y="207324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任意形状 12"/>
            <p:cNvSpPr/>
            <p:nvPr userDrawn="1"/>
          </p:nvSpPr>
          <p:spPr>
            <a:xfrm>
              <a:off x="0" y="0"/>
              <a:ext cx="3457905" cy="1475715"/>
            </a:xfrm>
            <a:custGeom>
              <a:avLst/>
              <a:gdLst>
                <a:gd name="connsiteX0" fmla="*/ 0 w 3457905"/>
                <a:gd name="connsiteY0" fmla="*/ 0 h 1475715"/>
                <a:gd name="connsiteX1" fmla="*/ 3457905 w 3457905"/>
                <a:gd name="connsiteY1" fmla="*/ 0 h 1475715"/>
                <a:gd name="connsiteX2" fmla="*/ 1401127 w 3457905"/>
                <a:gd name="connsiteY2" fmla="*/ 1475715 h 1475715"/>
                <a:gd name="connsiteX3" fmla="*/ 0 w 3457905"/>
                <a:gd name="connsiteY3" fmla="*/ 1475715 h 147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905" h="1475715">
                  <a:moveTo>
                    <a:pt x="0" y="0"/>
                  </a:moveTo>
                  <a:lnTo>
                    <a:pt x="3457905" y="0"/>
                  </a:lnTo>
                  <a:lnTo>
                    <a:pt x="1401127" y="1475715"/>
                  </a:lnTo>
                  <a:lnTo>
                    <a:pt x="0" y="1475715"/>
                  </a:lnTo>
                  <a:close/>
                </a:path>
              </a:pathLst>
            </a:custGeom>
            <a:solidFill>
              <a:schemeClr val="accent1">
                <a:alpha val="4956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4" name="任意形状 13"/>
            <p:cNvSpPr/>
            <p:nvPr userDrawn="1"/>
          </p:nvSpPr>
          <p:spPr>
            <a:xfrm>
              <a:off x="0" y="-4246"/>
              <a:ext cx="4613437" cy="982019"/>
            </a:xfrm>
            <a:custGeom>
              <a:avLst/>
              <a:gdLst>
                <a:gd name="connsiteX0" fmla="*/ 0 w 4613437"/>
                <a:gd name="connsiteY0" fmla="*/ 0 h 982019"/>
                <a:gd name="connsiteX1" fmla="*/ 4613437 w 4613437"/>
                <a:gd name="connsiteY1" fmla="*/ 0 h 982019"/>
                <a:gd name="connsiteX2" fmla="*/ 3244748 w 4613437"/>
                <a:gd name="connsiteY2" fmla="*/ 982019 h 982019"/>
                <a:gd name="connsiteX3" fmla="*/ 0 w 4613437"/>
                <a:gd name="connsiteY3" fmla="*/ 982019 h 98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3437" h="982019">
                  <a:moveTo>
                    <a:pt x="0" y="0"/>
                  </a:moveTo>
                  <a:lnTo>
                    <a:pt x="4613437" y="0"/>
                  </a:lnTo>
                  <a:lnTo>
                    <a:pt x="3244748" y="982019"/>
                  </a:lnTo>
                  <a:lnTo>
                    <a:pt x="0" y="982019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 rot="10800000">
            <a:off x="9642283" y="5959633"/>
            <a:ext cx="2549717" cy="900113"/>
            <a:chOff x="0" y="-4246"/>
            <a:chExt cx="5884829" cy="2077490"/>
          </a:xfrm>
        </p:grpSpPr>
        <p:sp>
          <p:nvSpPr>
            <p:cNvPr id="16" name="任意形状 15"/>
            <p:cNvSpPr/>
            <p:nvPr userDrawn="1"/>
          </p:nvSpPr>
          <p:spPr>
            <a:xfrm>
              <a:off x="0" y="0"/>
              <a:ext cx="5884829" cy="2073244"/>
            </a:xfrm>
            <a:custGeom>
              <a:avLst/>
              <a:gdLst>
                <a:gd name="connsiteX0" fmla="*/ 0 w 5884829"/>
                <a:gd name="connsiteY0" fmla="*/ 0 h 2073244"/>
                <a:gd name="connsiteX1" fmla="*/ 5884829 w 5884829"/>
                <a:gd name="connsiteY1" fmla="*/ 0 h 2073244"/>
                <a:gd name="connsiteX2" fmla="*/ 2995245 w 5884829"/>
                <a:gd name="connsiteY2" fmla="*/ 2073244 h 2073244"/>
                <a:gd name="connsiteX3" fmla="*/ 0 w 5884829"/>
                <a:gd name="connsiteY3" fmla="*/ 2073244 h 2073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4829" h="2073244">
                  <a:moveTo>
                    <a:pt x="0" y="0"/>
                  </a:moveTo>
                  <a:lnTo>
                    <a:pt x="5884829" y="0"/>
                  </a:lnTo>
                  <a:lnTo>
                    <a:pt x="2995245" y="2073244"/>
                  </a:lnTo>
                  <a:lnTo>
                    <a:pt x="0" y="207324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任意形状 16"/>
            <p:cNvSpPr/>
            <p:nvPr userDrawn="1"/>
          </p:nvSpPr>
          <p:spPr>
            <a:xfrm>
              <a:off x="0" y="0"/>
              <a:ext cx="3457905" cy="1475715"/>
            </a:xfrm>
            <a:custGeom>
              <a:avLst/>
              <a:gdLst>
                <a:gd name="connsiteX0" fmla="*/ 0 w 3457905"/>
                <a:gd name="connsiteY0" fmla="*/ 0 h 1475715"/>
                <a:gd name="connsiteX1" fmla="*/ 3457905 w 3457905"/>
                <a:gd name="connsiteY1" fmla="*/ 0 h 1475715"/>
                <a:gd name="connsiteX2" fmla="*/ 1401127 w 3457905"/>
                <a:gd name="connsiteY2" fmla="*/ 1475715 h 1475715"/>
                <a:gd name="connsiteX3" fmla="*/ 0 w 3457905"/>
                <a:gd name="connsiteY3" fmla="*/ 1475715 h 147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905" h="1475715">
                  <a:moveTo>
                    <a:pt x="0" y="0"/>
                  </a:moveTo>
                  <a:lnTo>
                    <a:pt x="3457905" y="0"/>
                  </a:lnTo>
                  <a:lnTo>
                    <a:pt x="1401127" y="1475715"/>
                  </a:lnTo>
                  <a:lnTo>
                    <a:pt x="0" y="1475715"/>
                  </a:lnTo>
                  <a:close/>
                </a:path>
              </a:pathLst>
            </a:custGeom>
            <a:solidFill>
              <a:schemeClr val="accent1">
                <a:alpha val="4956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8" name="任意形状 17"/>
            <p:cNvSpPr/>
            <p:nvPr userDrawn="1"/>
          </p:nvSpPr>
          <p:spPr>
            <a:xfrm>
              <a:off x="0" y="-4246"/>
              <a:ext cx="4613437" cy="982019"/>
            </a:xfrm>
            <a:custGeom>
              <a:avLst/>
              <a:gdLst>
                <a:gd name="connsiteX0" fmla="*/ 0 w 4613437"/>
                <a:gd name="connsiteY0" fmla="*/ 0 h 982019"/>
                <a:gd name="connsiteX1" fmla="*/ 4613437 w 4613437"/>
                <a:gd name="connsiteY1" fmla="*/ 0 h 982019"/>
                <a:gd name="connsiteX2" fmla="*/ 3244748 w 4613437"/>
                <a:gd name="connsiteY2" fmla="*/ 982019 h 982019"/>
                <a:gd name="connsiteX3" fmla="*/ 0 w 4613437"/>
                <a:gd name="connsiteY3" fmla="*/ 982019 h 98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3437" h="982019">
                  <a:moveTo>
                    <a:pt x="0" y="0"/>
                  </a:moveTo>
                  <a:lnTo>
                    <a:pt x="4613437" y="0"/>
                  </a:lnTo>
                  <a:lnTo>
                    <a:pt x="3244748" y="982019"/>
                  </a:lnTo>
                  <a:lnTo>
                    <a:pt x="0" y="982019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7930423" y="3800366"/>
            <a:ext cx="4261577" cy="3057634"/>
            <a:chOff x="7930423" y="3800366"/>
            <a:chExt cx="4261577" cy="3057634"/>
          </a:xfrm>
        </p:grpSpPr>
        <p:sp>
          <p:nvSpPr>
            <p:cNvPr id="8" name="任意形状 7"/>
            <p:cNvSpPr/>
            <p:nvPr userDrawn="1"/>
          </p:nvSpPr>
          <p:spPr>
            <a:xfrm>
              <a:off x="7930423" y="3800366"/>
              <a:ext cx="4261577" cy="3057634"/>
            </a:xfrm>
            <a:custGeom>
              <a:avLst/>
              <a:gdLst>
                <a:gd name="connsiteX0" fmla="*/ 4261577 w 4261577"/>
                <a:gd name="connsiteY0" fmla="*/ 0 h 3057634"/>
                <a:gd name="connsiteX1" fmla="*/ 4261577 w 4261577"/>
                <a:gd name="connsiteY1" fmla="*/ 3057634 h 3057634"/>
                <a:gd name="connsiteX2" fmla="*/ 0 w 4261577"/>
                <a:gd name="connsiteY2" fmla="*/ 3057634 h 305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61577" h="3057634">
                  <a:moveTo>
                    <a:pt x="4261577" y="0"/>
                  </a:moveTo>
                  <a:lnTo>
                    <a:pt x="4261577" y="3057634"/>
                  </a:lnTo>
                  <a:lnTo>
                    <a:pt x="0" y="305763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9" name="任意形状 8"/>
            <p:cNvSpPr/>
            <p:nvPr userDrawn="1"/>
          </p:nvSpPr>
          <p:spPr>
            <a:xfrm rot="10800000" flipV="1">
              <a:off x="9217096" y="5368704"/>
              <a:ext cx="2974904" cy="1489295"/>
            </a:xfrm>
            <a:custGeom>
              <a:avLst/>
              <a:gdLst>
                <a:gd name="connsiteX0" fmla="*/ 2185871 w 2974904"/>
                <a:gd name="connsiteY0" fmla="*/ 0 h 1489295"/>
                <a:gd name="connsiteX1" fmla="*/ 0 w 2974904"/>
                <a:gd name="connsiteY1" fmla="*/ 0 h 1489295"/>
                <a:gd name="connsiteX2" fmla="*/ 0 w 2974904"/>
                <a:gd name="connsiteY2" fmla="*/ 1489295 h 1489295"/>
                <a:gd name="connsiteX3" fmla="*/ 1861636 w 2974904"/>
                <a:gd name="connsiteY3" fmla="*/ 1489295 h 1489295"/>
                <a:gd name="connsiteX4" fmla="*/ 2974904 w 2974904"/>
                <a:gd name="connsiteY4" fmla="*/ 566122 h 148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4904" h="1489295">
                  <a:moveTo>
                    <a:pt x="2185871" y="0"/>
                  </a:moveTo>
                  <a:lnTo>
                    <a:pt x="0" y="0"/>
                  </a:lnTo>
                  <a:lnTo>
                    <a:pt x="0" y="1489295"/>
                  </a:lnTo>
                  <a:lnTo>
                    <a:pt x="1861636" y="1489295"/>
                  </a:lnTo>
                  <a:lnTo>
                    <a:pt x="2974904" y="566122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任意形状 9"/>
            <p:cNvSpPr/>
            <p:nvPr userDrawn="1"/>
          </p:nvSpPr>
          <p:spPr>
            <a:xfrm rot="10800000">
              <a:off x="7930424" y="6274034"/>
              <a:ext cx="4261576" cy="583963"/>
            </a:xfrm>
            <a:custGeom>
              <a:avLst/>
              <a:gdLst>
                <a:gd name="connsiteX0" fmla="*/ 3454023 w 4267922"/>
                <a:gd name="connsiteY0" fmla="*/ 583963 h 583963"/>
                <a:gd name="connsiteX1" fmla="*/ 0 w 4267922"/>
                <a:gd name="connsiteY1" fmla="*/ 583963 h 583963"/>
                <a:gd name="connsiteX2" fmla="*/ 0 w 4267922"/>
                <a:gd name="connsiteY2" fmla="*/ 0 h 583963"/>
                <a:gd name="connsiteX3" fmla="*/ 4267922 w 4267922"/>
                <a:gd name="connsiteY3" fmla="*/ 0 h 583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7922" h="583963">
                  <a:moveTo>
                    <a:pt x="3454023" y="583963"/>
                  </a:moveTo>
                  <a:lnTo>
                    <a:pt x="0" y="583963"/>
                  </a:lnTo>
                  <a:lnTo>
                    <a:pt x="0" y="0"/>
                  </a:lnTo>
                  <a:lnTo>
                    <a:pt x="4267922" y="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2220385"/>
            <a:ext cx="10858500" cy="1371600"/>
          </a:xfrm>
        </p:spPr>
        <p:txBody>
          <a:bodyPr anchor="b">
            <a:normAutofit/>
          </a:bodyPr>
          <a:lstStyle>
            <a:lvl1pPr algn="ct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0400" y="3660550"/>
            <a:ext cx="10858500" cy="249202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0" y="-4246"/>
            <a:ext cx="5884829" cy="2077490"/>
            <a:chOff x="0" y="-4246"/>
            <a:chExt cx="5884829" cy="2077490"/>
          </a:xfrm>
        </p:grpSpPr>
        <p:sp>
          <p:nvSpPr>
            <p:cNvPr id="16" name="任意形状 15"/>
            <p:cNvSpPr/>
            <p:nvPr userDrawn="1"/>
          </p:nvSpPr>
          <p:spPr>
            <a:xfrm>
              <a:off x="0" y="0"/>
              <a:ext cx="5884829" cy="2073244"/>
            </a:xfrm>
            <a:custGeom>
              <a:avLst/>
              <a:gdLst>
                <a:gd name="connsiteX0" fmla="*/ 0 w 5884829"/>
                <a:gd name="connsiteY0" fmla="*/ 0 h 2073244"/>
                <a:gd name="connsiteX1" fmla="*/ 5884829 w 5884829"/>
                <a:gd name="connsiteY1" fmla="*/ 0 h 2073244"/>
                <a:gd name="connsiteX2" fmla="*/ 2995245 w 5884829"/>
                <a:gd name="connsiteY2" fmla="*/ 2073244 h 2073244"/>
                <a:gd name="connsiteX3" fmla="*/ 0 w 5884829"/>
                <a:gd name="connsiteY3" fmla="*/ 2073244 h 2073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4829" h="2073244">
                  <a:moveTo>
                    <a:pt x="0" y="0"/>
                  </a:moveTo>
                  <a:lnTo>
                    <a:pt x="5884829" y="0"/>
                  </a:lnTo>
                  <a:lnTo>
                    <a:pt x="2995245" y="2073244"/>
                  </a:lnTo>
                  <a:lnTo>
                    <a:pt x="0" y="207324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任意形状 16"/>
            <p:cNvSpPr/>
            <p:nvPr userDrawn="1"/>
          </p:nvSpPr>
          <p:spPr>
            <a:xfrm>
              <a:off x="0" y="0"/>
              <a:ext cx="3457905" cy="1475715"/>
            </a:xfrm>
            <a:custGeom>
              <a:avLst/>
              <a:gdLst>
                <a:gd name="connsiteX0" fmla="*/ 0 w 3457905"/>
                <a:gd name="connsiteY0" fmla="*/ 0 h 1475715"/>
                <a:gd name="connsiteX1" fmla="*/ 3457905 w 3457905"/>
                <a:gd name="connsiteY1" fmla="*/ 0 h 1475715"/>
                <a:gd name="connsiteX2" fmla="*/ 1401127 w 3457905"/>
                <a:gd name="connsiteY2" fmla="*/ 1475715 h 1475715"/>
                <a:gd name="connsiteX3" fmla="*/ 0 w 3457905"/>
                <a:gd name="connsiteY3" fmla="*/ 1475715 h 147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905" h="1475715">
                  <a:moveTo>
                    <a:pt x="0" y="0"/>
                  </a:moveTo>
                  <a:lnTo>
                    <a:pt x="3457905" y="0"/>
                  </a:lnTo>
                  <a:lnTo>
                    <a:pt x="1401127" y="1475715"/>
                  </a:lnTo>
                  <a:lnTo>
                    <a:pt x="0" y="1475715"/>
                  </a:lnTo>
                  <a:close/>
                </a:path>
              </a:pathLst>
            </a:custGeom>
            <a:solidFill>
              <a:schemeClr val="accent1">
                <a:alpha val="4956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8" name="任意形状 17"/>
            <p:cNvSpPr/>
            <p:nvPr userDrawn="1"/>
          </p:nvSpPr>
          <p:spPr>
            <a:xfrm>
              <a:off x="0" y="-4246"/>
              <a:ext cx="4613437" cy="982019"/>
            </a:xfrm>
            <a:custGeom>
              <a:avLst/>
              <a:gdLst>
                <a:gd name="connsiteX0" fmla="*/ 0 w 4613437"/>
                <a:gd name="connsiteY0" fmla="*/ 0 h 982019"/>
                <a:gd name="connsiteX1" fmla="*/ 4613437 w 4613437"/>
                <a:gd name="connsiteY1" fmla="*/ 0 h 982019"/>
                <a:gd name="connsiteX2" fmla="*/ 3244748 w 4613437"/>
                <a:gd name="connsiteY2" fmla="*/ 982019 h 982019"/>
                <a:gd name="connsiteX3" fmla="*/ 0 w 4613437"/>
                <a:gd name="connsiteY3" fmla="*/ 982019 h 98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3437" h="982019">
                  <a:moveTo>
                    <a:pt x="0" y="0"/>
                  </a:moveTo>
                  <a:lnTo>
                    <a:pt x="4613437" y="0"/>
                  </a:lnTo>
                  <a:lnTo>
                    <a:pt x="3244748" y="982019"/>
                  </a:lnTo>
                  <a:lnTo>
                    <a:pt x="0" y="982019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7930423" y="3800366"/>
            <a:ext cx="4261577" cy="3057634"/>
            <a:chOff x="7930423" y="3800366"/>
            <a:chExt cx="4261577" cy="3057634"/>
          </a:xfrm>
        </p:grpSpPr>
        <p:sp>
          <p:nvSpPr>
            <p:cNvPr id="5" name="任意形状 4"/>
            <p:cNvSpPr/>
            <p:nvPr userDrawn="1"/>
          </p:nvSpPr>
          <p:spPr>
            <a:xfrm>
              <a:off x="7930423" y="3800366"/>
              <a:ext cx="4261577" cy="3057634"/>
            </a:xfrm>
            <a:custGeom>
              <a:avLst/>
              <a:gdLst>
                <a:gd name="connsiteX0" fmla="*/ 4261577 w 4261577"/>
                <a:gd name="connsiteY0" fmla="*/ 0 h 3057634"/>
                <a:gd name="connsiteX1" fmla="*/ 4261577 w 4261577"/>
                <a:gd name="connsiteY1" fmla="*/ 3057634 h 3057634"/>
                <a:gd name="connsiteX2" fmla="*/ 0 w 4261577"/>
                <a:gd name="connsiteY2" fmla="*/ 3057634 h 305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61577" h="3057634">
                  <a:moveTo>
                    <a:pt x="4261577" y="0"/>
                  </a:moveTo>
                  <a:lnTo>
                    <a:pt x="4261577" y="3057634"/>
                  </a:lnTo>
                  <a:lnTo>
                    <a:pt x="0" y="305763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7" name="任意形状 6"/>
            <p:cNvSpPr/>
            <p:nvPr userDrawn="1"/>
          </p:nvSpPr>
          <p:spPr>
            <a:xfrm rot="10800000" flipV="1">
              <a:off x="9217096" y="5368704"/>
              <a:ext cx="2974904" cy="1489295"/>
            </a:xfrm>
            <a:custGeom>
              <a:avLst/>
              <a:gdLst>
                <a:gd name="connsiteX0" fmla="*/ 2185871 w 2974904"/>
                <a:gd name="connsiteY0" fmla="*/ 0 h 1489295"/>
                <a:gd name="connsiteX1" fmla="*/ 0 w 2974904"/>
                <a:gd name="connsiteY1" fmla="*/ 0 h 1489295"/>
                <a:gd name="connsiteX2" fmla="*/ 0 w 2974904"/>
                <a:gd name="connsiteY2" fmla="*/ 1489295 h 1489295"/>
                <a:gd name="connsiteX3" fmla="*/ 1861636 w 2974904"/>
                <a:gd name="connsiteY3" fmla="*/ 1489295 h 1489295"/>
                <a:gd name="connsiteX4" fmla="*/ 2974904 w 2974904"/>
                <a:gd name="connsiteY4" fmla="*/ 566122 h 148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4904" h="1489295">
                  <a:moveTo>
                    <a:pt x="2185871" y="0"/>
                  </a:moveTo>
                  <a:lnTo>
                    <a:pt x="0" y="0"/>
                  </a:lnTo>
                  <a:lnTo>
                    <a:pt x="0" y="1489295"/>
                  </a:lnTo>
                  <a:lnTo>
                    <a:pt x="1861636" y="1489295"/>
                  </a:lnTo>
                  <a:lnTo>
                    <a:pt x="2974904" y="566122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8" name="任意形状 7"/>
            <p:cNvSpPr/>
            <p:nvPr userDrawn="1"/>
          </p:nvSpPr>
          <p:spPr>
            <a:xfrm rot="10800000">
              <a:off x="7930424" y="6274034"/>
              <a:ext cx="4261576" cy="583963"/>
            </a:xfrm>
            <a:custGeom>
              <a:avLst/>
              <a:gdLst>
                <a:gd name="connsiteX0" fmla="*/ 3454023 w 4267922"/>
                <a:gd name="connsiteY0" fmla="*/ 583963 h 583963"/>
                <a:gd name="connsiteX1" fmla="*/ 0 w 4267922"/>
                <a:gd name="connsiteY1" fmla="*/ 583963 h 583963"/>
                <a:gd name="connsiteX2" fmla="*/ 0 w 4267922"/>
                <a:gd name="connsiteY2" fmla="*/ 0 h 583963"/>
                <a:gd name="connsiteX3" fmla="*/ 4267922 w 4267922"/>
                <a:gd name="connsiteY3" fmla="*/ 0 h 583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7922" h="583963">
                  <a:moveTo>
                    <a:pt x="3454023" y="583963"/>
                  </a:moveTo>
                  <a:lnTo>
                    <a:pt x="0" y="583963"/>
                  </a:lnTo>
                  <a:lnTo>
                    <a:pt x="0" y="0"/>
                  </a:lnTo>
                  <a:lnTo>
                    <a:pt x="4267922" y="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2631089"/>
            <a:ext cx="10858500" cy="137160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Click to add title</a:t>
            </a:r>
            <a:endParaRPr 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260850" y="5448368"/>
            <a:ext cx="3657600" cy="27432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name</a:t>
            </a:r>
          </a:p>
        </p:txBody>
      </p:sp>
      <p:sp>
        <p:nvSpPr>
          <p:cNvPr id="6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4260850" y="5807230"/>
            <a:ext cx="3657600" cy="27432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www.officeplus.cn</a:t>
            </a: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0" y="-4246"/>
            <a:ext cx="5884829" cy="2077490"/>
            <a:chOff x="0" y="-4246"/>
            <a:chExt cx="5884829" cy="2077490"/>
          </a:xfrm>
        </p:grpSpPr>
        <p:sp>
          <p:nvSpPr>
            <p:cNvPr id="14" name="任意形状 13"/>
            <p:cNvSpPr/>
            <p:nvPr userDrawn="1"/>
          </p:nvSpPr>
          <p:spPr>
            <a:xfrm>
              <a:off x="0" y="0"/>
              <a:ext cx="5884829" cy="2073244"/>
            </a:xfrm>
            <a:custGeom>
              <a:avLst/>
              <a:gdLst>
                <a:gd name="connsiteX0" fmla="*/ 0 w 5884829"/>
                <a:gd name="connsiteY0" fmla="*/ 0 h 2073244"/>
                <a:gd name="connsiteX1" fmla="*/ 5884829 w 5884829"/>
                <a:gd name="connsiteY1" fmla="*/ 0 h 2073244"/>
                <a:gd name="connsiteX2" fmla="*/ 2995245 w 5884829"/>
                <a:gd name="connsiteY2" fmla="*/ 2073244 h 2073244"/>
                <a:gd name="connsiteX3" fmla="*/ 0 w 5884829"/>
                <a:gd name="connsiteY3" fmla="*/ 2073244 h 2073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4829" h="2073244">
                  <a:moveTo>
                    <a:pt x="0" y="0"/>
                  </a:moveTo>
                  <a:lnTo>
                    <a:pt x="5884829" y="0"/>
                  </a:lnTo>
                  <a:lnTo>
                    <a:pt x="2995245" y="2073244"/>
                  </a:lnTo>
                  <a:lnTo>
                    <a:pt x="0" y="207324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任意形状 14"/>
            <p:cNvSpPr/>
            <p:nvPr userDrawn="1"/>
          </p:nvSpPr>
          <p:spPr>
            <a:xfrm>
              <a:off x="0" y="0"/>
              <a:ext cx="3457905" cy="1475715"/>
            </a:xfrm>
            <a:custGeom>
              <a:avLst/>
              <a:gdLst>
                <a:gd name="connsiteX0" fmla="*/ 0 w 3457905"/>
                <a:gd name="connsiteY0" fmla="*/ 0 h 1475715"/>
                <a:gd name="connsiteX1" fmla="*/ 3457905 w 3457905"/>
                <a:gd name="connsiteY1" fmla="*/ 0 h 1475715"/>
                <a:gd name="connsiteX2" fmla="*/ 1401127 w 3457905"/>
                <a:gd name="connsiteY2" fmla="*/ 1475715 h 1475715"/>
                <a:gd name="connsiteX3" fmla="*/ 0 w 3457905"/>
                <a:gd name="connsiteY3" fmla="*/ 1475715 h 147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905" h="1475715">
                  <a:moveTo>
                    <a:pt x="0" y="0"/>
                  </a:moveTo>
                  <a:lnTo>
                    <a:pt x="3457905" y="0"/>
                  </a:lnTo>
                  <a:lnTo>
                    <a:pt x="1401127" y="1475715"/>
                  </a:lnTo>
                  <a:lnTo>
                    <a:pt x="0" y="1475715"/>
                  </a:lnTo>
                  <a:close/>
                </a:path>
              </a:pathLst>
            </a:custGeom>
            <a:solidFill>
              <a:schemeClr val="accent1">
                <a:alpha val="4956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6" name="任意形状 15"/>
            <p:cNvSpPr/>
            <p:nvPr userDrawn="1"/>
          </p:nvSpPr>
          <p:spPr>
            <a:xfrm>
              <a:off x="0" y="-4246"/>
              <a:ext cx="4613437" cy="982019"/>
            </a:xfrm>
            <a:custGeom>
              <a:avLst/>
              <a:gdLst>
                <a:gd name="connsiteX0" fmla="*/ 0 w 4613437"/>
                <a:gd name="connsiteY0" fmla="*/ 0 h 982019"/>
                <a:gd name="connsiteX1" fmla="*/ 4613437 w 4613437"/>
                <a:gd name="connsiteY1" fmla="*/ 0 h 982019"/>
                <a:gd name="connsiteX2" fmla="*/ 3244748 w 4613437"/>
                <a:gd name="connsiteY2" fmla="*/ 982019 h 982019"/>
                <a:gd name="connsiteX3" fmla="*/ 0 w 4613437"/>
                <a:gd name="connsiteY3" fmla="*/ 982019 h 98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3437" h="982019">
                  <a:moveTo>
                    <a:pt x="0" y="0"/>
                  </a:moveTo>
                  <a:lnTo>
                    <a:pt x="4613437" y="0"/>
                  </a:lnTo>
                  <a:lnTo>
                    <a:pt x="3244748" y="982019"/>
                  </a:lnTo>
                  <a:lnTo>
                    <a:pt x="0" y="982019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1" y="0"/>
            <a:ext cx="1998862" cy="641222"/>
            <a:chOff x="0" y="-4246"/>
            <a:chExt cx="4613437" cy="1479961"/>
          </a:xfrm>
        </p:grpSpPr>
        <p:sp>
          <p:nvSpPr>
            <p:cNvPr id="13" name="任意形状 12"/>
            <p:cNvSpPr/>
            <p:nvPr userDrawn="1"/>
          </p:nvSpPr>
          <p:spPr>
            <a:xfrm>
              <a:off x="0" y="0"/>
              <a:ext cx="3457905" cy="1475715"/>
            </a:xfrm>
            <a:custGeom>
              <a:avLst/>
              <a:gdLst>
                <a:gd name="connsiteX0" fmla="*/ 0 w 3457905"/>
                <a:gd name="connsiteY0" fmla="*/ 0 h 1475715"/>
                <a:gd name="connsiteX1" fmla="*/ 3457905 w 3457905"/>
                <a:gd name="connsiteY1" fmla="*/ 0 h 1475715"/>
                <a:gd name="connsiteX2" fmla="*/ 1401127 w 3457905"/>
                <a:gd name="connsiteY2" fmla="*/ 1475715 h 1475715"/>
                <a:gd name="connsiteX3" fmla="*/ 0 w 3457905"/>
                <a:gd name="connsiteY3" fmla="*/ 1475715 h 147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905" h="1475715">
                  <a:moveTo>
                    <a:pt x="0" y="0"/>
                  </a:moveTo>
                  <a:lnTo>
                    <a:pt x="3457905" y="0"/>
                  </a:lnTo>
                  <a:lnTo>
                    <a:pt x="1401127" y="1475715"/>
                  </a:lnTo>
                  <a:lnTo>
                    <a:pt x="0" y="1475715"/>
                  </a:lnTo>
                  <a:close/>
                </a:path>
              </a:pathLst>
            </a:custGeom>
            <a:solidFill>
              <a:schemeClr val="accent1">
                <a:alpha val="4956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4" name="任意形状 13"/>
            <p:cNvSpPr/>
            <p:nvPr userDrawn="1"/>
          </p:nvSpPr>
          <p:spPr>
            <a:xfrm>
              <a:off x="0" y="-4246"/>
              <a:ext cx="4613437" cy="982019"/>
            </a:xfrm>
            <a:custGeom>
              <a:avLst/>
              <a:gdLst>
                <a:gd name="connsiteX0" fmla="*/ 0 w 4613437"/>
                <a:gd name="connsiteY0" fmla="*/ 0 h 982019"/>
                <a:gd name="connsiteX1" fmla="*/ 4613437 w 4613437"/>
                <a:gd name="connsiteY1" fmla="*/ 0 h 982019"/>
                <a:gd name="connsiteX2" fmla="*/ 3244748 w 4613437"/>
                <a:gd name="connsiteY2" fmla="*/ 982019 h 982019"/>
                <a:gd name="connsiteX3" fmla="*/ 0 w 4613437"/>
                <a:gd name="connsiteY3" fmla="*/ 982019 h 98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3437" h="982019">
                  <a:moveTo>
                    <a:pt x="0" y="0"/>
                  </a:moveTo>
                  <a:lnTo>
                    <a:pt x="4613437" y="0"/>
                  </a:lnTo>
                  <a:lnTo>
                    <a:pt x="3244748" y="982019"/>
                  </a:lnTo>
                  <a:lnTo>
                    <a:pt x="0" y="982019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组合 14"/>
          <p:cNvGrpSpPr/>
          <p:nvPr userDrawn="1"/>
        </p:nvGrpSpPr>
        <p:grpSpPr>
          <a:xfrm rot="10800000">
            <a:off x="9642283" y="5959633"/>
            <a:ext cx="2549717" cy="900113"/>
            <a:chOff x="0" y="-4246"/>
            <a:chExt cx="5884829" cy="2077490"/>
          </a:xfrm>
        </p:grpSpPr>
        <p:sp>
          <p:nvSpPr>
            <p:cNvPr id="16" name="任意形状 15"/>
            <p:cNvSpPr/>
            <p:nvPr userDrawn="1"/>
          </p:nvSpPr>
          <p:spPr>
            <a:xfrm>
              <a:off x="0" y="0"/>
              <a:ext cx="5884829" cy="2073244"/>
            </a:xfrm>
            <a:custGeom>
              <a:avLst/>
              <a:gdLst>
                <a:gd name="connsiteX0" fmla="*/ 0 w 5884829"/>
                <a:gd name="connsiteY0" fmla="*/ 0 h 2073244"/>
                <a:gd name="connsiteX1" fmla="*/ 5884829 w 5884829"/>
                <a:gd name="connsiteY1" fmla="*/ 0 h 2073244"/>
                <a:gd name="connsiteX2" fmla="*/ 2995245 w 5884829"/>
                <a:gd name="connsiteY2" fmla="*/ 2073244 h 2073244"/>
                <a:gd name="connsiteX3" fmla="*/ 0 w 5884829"/>
                <a:gd name="connsiteY3" fmla="*/ 2073244 h 2073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4829" h="2073244">
                  <a:moveTo>
                    <a:pt x="0" y="0"/>
                  </a:moveTo>
                  <a:lnTo>
                    <a:pt x="5884829" y="0"/>
                  </a:lnTo>
                  <a:lnTo>
                    <a:pt x="2995245" y="2073244"/>
                  </a:lnTo>
                  <a:lnTo>
                    <a:pt x="0" y="207324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任意形状 16"/>
            <p:cNvSpPr/>
            <p:nvPr userDrawn="1"/>
          </p:nvSpPr>
          <p:spPr>
            <a:xfrm>
              <a:off x="0" y="0"/>
              <a:ext cx="3457905" cy="1475715"/>
            </a:xfrm>
            <a:custGeom>
              <a:avLst/>
              <a:gdLst>
                <a:gd name="connsiteX0" fmla="*/ 0 w 3457905"/>
                <a:gd name="connsiteY0" fmla="*/ 0 h 1475715"/>
                <a:gd name="connsiteX1" fmla="*/ 3457905 w 3457905"/>
                <a:gd name="connsiteY1" fmla="*/ 0 h 1475715"/>
                <a:gd name="connsiteX2" fmla="*/ 1401127 w 3457905"/>
                <a:gd name="connsiteY2" fmla="*/ 1475715 h 1475715"/>
                <a:gd name="connsiteX3" fmla="*/ 0 w 3457905"/>
                <a:gd name="connsiteY3" fmla="*/ 1475715 h 147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905" h="1475715">
                  <a:moveTo>
                    <a:pt x="0" y="0"/>
                  </a:moveTo>
                  <a:lnTo>
                    <a:pt x="3457905" y="0"/>
                  </a:lnTo>
                  <a:lnTo>
                    <a:pt x="1401127" y="1475715"/>
                  </a:lnTo>
                  <a:lnTo>
                    <a:pt x="0" y="1475715"/>
                  </a:lnTo>
                  <a:close/>
                </a:path>
              </a:pathLst>
            </a:custGeom>
            <a:solidFill>
              <a:schemeClr val="accent1">
                <a:alpha val="4956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8" name="任意形状 17"/>
            <p:cNvSpPr/>
            <p:nvPr userDrawn="1"/>
          </p:nvSpPr>
          <p:spPr>
            <a:xfrm>
              <a:off x="0" y="-4246"/>
              <a:ext cx="4613437" cy="982019"/>
            </a:xfrm>
            <a:custGeom>
              <a:avLst/>
              <a:gdLst>
                <a:gd name="connsiteX0" fmla="*/ 0 w 4613437"/>
                <a:gd name="connsiteY0" fmla="*/ 0 h 982019"/>
                <a:gd name="connsiteX1" fmla="*/ 4613437 w 4613437"/>
                <a:gd name="connsiteY1" fmla="*/ 0 h 982019"/>
                <a:gd name="connsiteX2" fmla="*/ 3244748 w 4613437"/>
                <a:gd name="connsiteY2" fmla="*/ 982019 h 982019"/>
                <a:gd name="connsiteX3" fmla="*/ 0 w 4613437"/>
                <a:gd name="connsiteY3" fmla="*/ 982019 h 98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3437" h="982019">
                  <a:moveTo>
                    <a:pt x="0" y="0"/>
                  </a:moveTo>
                  <a:lnTo>
                    <a:pt x="4613437" y="0"/>
                  </a:lnTo>
                  <a:lnTo>
                    <a:pt x="3244748" y="982019"/>
                  </a:lnTo>
                  <a:lnTo>
                    <a:pt x="0" y="982019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Student Information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XJCO3011 Web Services and Web Data</a:t>
            </a:r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8806B2-52EA-2D17-0F59-391D60B14306}"/>
              </a:ext>
            </a:extLst>
          </p:cNvPr>
          <p:cNvSpPr txBox="1"/>
          <p:nvPr/>
        </p:nvSpPr>
        <p:spPr>
          <a:xfrm>
            <a:off x="1916482" y="4572000"/>
            <a:ext cx="8880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/>
              <a:t>Guo Mohan</a:t>
            </a:r>
          </a:p>
          <a:p>
            <a:pPr algn="r"/>
            <a:r>
              <a:rPr lang="en-US" altLang="zh-CN" dirty="0"/>
              <a:t>2021110028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895" y="901687"/>
            <a:ext cx="10858500" cy="610791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dirty="0"/>
              <a:t>Project Overview and Objectives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8760" y="2470577"/>
            <a:ext cx="9182883" cy="2492020"/>
          </a:xfrm>
        </p:spPr>
        <p:txBody>
          <a:bodyPr/>
          <a:lstStyle/>
          <a:p>
            <a:pPr algn="l"/>
            <a:r>
              <a:rPr lang="en-US" altLang="zh-CN" dirty="0"/>
              <a:t>Build a database-backed student information system</a:t>
            </a:r>
          </a:p>
          <a:p>
            <a:pPr algn="l"/>
            <a:r>
              <a:rPr lang="en-US" altLang="zh-CN" dirty="0"/>
              <a:t>Support user authentication and linked student profiles</a:t>
            </a:r>
          </a:p>
          <a:p>
            <a:pPr algn="l"/>
            <a:r>
              <a:rPr lang="en-US" altLang="zh-CN" dirty="0"/>
              <a:t>Provide course enrolment and timetable functions</a:t>
            </a:r>
          </a:p>
          <a:p>
            <a:pPr algn="l"/>
            <a:r>
              <a:rPr lang="en-US" altLang="zh-CN" dirty="0"/>
              <a:t>Expose student CRUD operations through JSON API endpoints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3200" dirty="0"/>
              <a:t>Technology</a:t>
            </a:r>
            <a:r>
              <a:rPr lang="en-US" altLang="zh-CN" dirty="0"/>
              <a:t> Stack and Design Rationale</a:t>
            </a:r>
            <a:endParaRPr 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27426F7-F5A3-9765-0232-B2A174B40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336861"/>
              </p:ext>
            </p:extLst>
          </p:nvPr>
        </p:nvGraphicFramePr>
        <p:xfrm>
          <a:off x="1878090" y="1697440"/>
          <a:ext cx="8128000" cy="240122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7168936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87766279"/>
                    </a:ext>
                  </a:extLst>
                </a:gridCol>
              </a:tblGrid>
              <a:tr h="4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Why Chosen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160848"/>
                  </a:ext>
                </a:extLst>
              </a:tr>
              <a:tr h="4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Simple and suitable for rapid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4019057"/>
                  </a:ext>
                </a:extLst>
              </a:tr>
              <a:tr h="4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Django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Built-in auth, ORM, routing, forms, templates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825301"/>
                  </a:ext>
                </a:extLst>
              </a:tr>
              <a:tr h="480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SQLite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Lightweight and easy for coursework-scale deployment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48281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5868" y="371221"/>
            <a:ext cx="9063021" cy="915667"/>
          </a:xfrm>
        </p:spPr>
        <p:txBody>
          <a:bodyPr/>
          <a:lstStyle/>
          <a:p>
            <a:r>
              <a:rPr lang="en-US" altLang="zh-CN" dirty="0"/>
              <a:t>Data Model and Architecture</a:t>
            </a:r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6BEA96F-3918-E9A1-4E2C-FEEC8327F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48" y="1621702"/>
            <a:ext cx="6162675" cy="3886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F06AA46-90CB-7C99-710A-1B266E5E0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140" y="1286888"/>
            <a:ext cx="3648075" cy="5038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FA7D8-5409-57FF-AAB8-45A221515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096" y="506147"/>
            <a:ext cx="7244735" cy="915667"/>
          </a:xfrm>
        </p:spPr>
        <p:txBody>
          <a:bodyPr>
            <a:normAutofit/>
          </a:bodyPr>
          <a:lstStyle/>
          <a:p>
            <a:r>
              <a:rPr lang="en-US" altLang="zh-CN" dirty="0"/>
              <a:t>Main Features and Demo Screens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91B5F6-699F-1E3D-7F33-14AC7692554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56163" y="1648537"/>
            <a:ext cx="7773821" cy="435959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CN" b="1" dirty="0"/>
              <a:t>Web Features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Registration / Login / Logout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My Profile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Course List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Enrolment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My Timetable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Drop Course</a:t>
            </a:r>
          </a:p>
          <a:p>
            <a:pPr marL="0" indent="0"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b="1" dirty="0"/>
              <a:t>API Features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Student CRUD JSON endpoints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Session-based authentication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HTTP status codes and JSON responses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C58053-31E4-EC86-039B-BCBCAEEB3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264" y="1648538"/>
            <a:ext cx="7244736" cy="185515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B7E8BA1-29DD-50D6-0FAE-EED4A77FA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264" y="3503692"/>
            <a:ext cx="7244736" cy="317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723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EAFDB-916E-55B6-B3CE-372A2AF37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5077" y="353113"/>
            <a:ext cx="7773821" cy="915667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API Documentation and Example Endpoint</a:t>
            </a: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CDFD1B-9259-847F-C398-ACA02EFDD7B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1354963" y="1561553"/>
            <a:ext cx="913583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documentation written in Markdown and exported as PDF </a:t>
            </a:r>
            <a:r>
              <a:rPr lang="en-US" altLang="zh-CN" dirty="0">
                <a:latin typeface="Arial" panose="020B0604020202020204" pitchFamily="34" charset="0"/>
              </a:rPr>
              <a:t>committed into the </a:t>
            </a:r>
            <a:r>
              <a:rPr lang="en-US" altLang="zh-CN" dirty="0" err="1">
                <a:latin typeface="Arial" panose="020B0604020202020204" pitchFamily="34" charset="0"/>
              </a:rPr>
              <a:t>github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b="1" dirty="0"/>
              <a:t>Example of endpoints</a:t>
            </a:r>
            <a:br>
              <a:rPr lang="en-US" altLang="zh-CN" dirty="0"/>
            </a:br>
            <a:r>
              <a:rPr lang="en-US" altLang="zh-CN" dirty="0"/>
              <a:t>GET /</a:t>
            </a:r>
            <a:r>
              <a:rPr lang="en-US" altLang="zh-CN" dirty="0" err="1"/>
              <a:t>api</a:t>
            </a:r>
            <a:r>
              <a:rPr lang="en-US" altLang="zh-CN" dirty="0"/>
              <a:t>/students/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82B7D54-1358-07F5-7786-29553868A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963" y="2942377"/>
            <a:ext cx="671512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645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22F74-3DC9-27CF-B7DE-B4724A41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5077" y="266067"/>
            <a:ext cx="7773821" cy="915667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Iterative Development and Version Control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77F3C6-B427-7F3D-04AF-1BB3234D858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59082" y="1702078"/>
            <a:ext cx="7773821" cy="435959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altLang="zh-CN" b="1" dirty="0"/>
              <a:t>Version 1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Authentication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Navigation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Basic student CRUD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Student JSON API </a:t>
            </a:r>
          </a:p>
          <a:p>
            <a:pPr>
              <a:buNone/>
            </a:pPr>
            <a:r>
              <a:rPr lang="en-US" altLang="zh-CN" b="1" dirty="0"/>
              <a:t>Version 2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Course 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Enrolment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Timetable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Withdrawal </a:t>
            </a:r>
          </a:p>
          <a:p>
            <a:pPr>
              <a:buNone/>
            </a:pPr>
            <a:r>
              <a:rPr lang="en-US" altLang="zh-CN" b="1" dirty="0"/>
              <a:t>Version 3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Linked user and student profile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Self-service workflow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Improved profile logic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Automated tests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493231-3F0F-4B0E-5A5D-C208263B0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077" y="2090270"/>
            <a:ext cx="8446923" cy="247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58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F7E4E-4CA0-CE8B-53AF-14E8290B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5078" y="266067"/>
            <a:ext cx="7300150" cy="915667"/>
          </a:xfrm>
        </p:spPr>
        <p:txBody>
          <a:bodyPr>
            <a:normAutofit/>
          </a:bodyPr>
          <a:lstStyle/>
          <a:p>
            <a:r>
              <a:rPr lang="en-US" altLang="zh-CN" dirty="0"/>
              <a:t>Testing, Limitations, and Conclusion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705CD-21AE-EBC2-8D7B-0A074544237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1098" y="1674918"/>
            <a:ext cx="7773821" cy="435959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CN" b="1" dirty="0"/>
              <a:t>Testing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Manual workflow testing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Automated Django tests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13 tests passed successfully </a:t>
            </a:r>
          </a:p>
          <a:p>
            <a:pPr>
              <a:buNone/>
            </a:pPr>
            <a:r>
              <a:rPr lang="en-US" altLang="zh-CN" b="1" dirty="0"/>
              <a:t>Limitations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No role-based </a:t>
            </a:r>
            <a:r>
              <a:rPr lang="en-US" altLang="zh-CN" dirty="0" err="1"/>
              <a:t>authorisation</a:t>
            </a:r>
            <a:r>
              <a:rPr lang="en-US" altLang="zh-CN" dirty="0"/>
              <a:t> yet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Some error responses still rely on Django defaults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Local deployment only </a:t>
            </a:r>
          </a:p>
          <a:p>
            <a:pPr>
              <a:buNone/>
            </a:pPr>
            <a:r>
              <a:rPr lang="en-US" altLang="zh-CN" b="1" dirty="0"/>
              <a:t>Conclusion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Functional database-backed student information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Combines web workflows and JSON API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Supports further extension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8739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Thank you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Presenter name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www.officeplus.cn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ed by OfficePLUS">
  <a:themeElements>
    <a:clrScheme name="自定义 236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2864B3"/>
      </a:accent1>
      <a:accent2>
        <a:srgbClr val="2864B3"/>
      </a:accent2>
      <a:accent3>
        <a:srgbClr val="2864B3"/>
      </a:accent3>
      <a:accent4>
        <a:srgbClr val="2864B3"/>
      </a:accent4>
      <a:accent5>
        <a:srgbClr val="2864B3"/>
      </a:accent5>
      <a:accent6>
        <a:srgbClr val="2864B3"/>
      </a:accent6>
      <a:hlink>
        <a:srgbClr val="3692FF"/>
      </a:hlink>
      <a:folHlink>
        <a:srgbClr val="979797"/>
      </a:folHlink>
    </a:clrScheme>
    <a:fontScheme name="OfficePLU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97934b4b-eba6-486d-bfc1-4b8e3fe39092" xsi:nil="true"/>
    <_ip_UnifiedCompliancePolicyProperties xmlns="http://schemas.microsoft.com/sharepoint/v3" xsi:nil="true"/>
    <lcf76f155ced4ddcb4097134ff3c332f xmlns="0a5c0dea-e5d7-4228-9256-3793bb42faa5">
      <Terms xmlns="http://schemas.microsoft.com/office/infopath/2007/PartnerControls"/>
    </lcf76f155ced4ddcb4097134ff3c332f>
    <OneNoteFluid_FileOrder xmlns="0a5c0dea-e5d7-4228-9256-3793bb42fa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D1443A8EF62DE444B1FF07917E22EF72" ma:contentTypeVersion="20" ma:contentTypeDescription="新建文档。" ma:contentTypeScope="" ma:versionID="806cb1e9b56a23dcff22d77d2fc835de">
  <xsd:schema xmlns:xsd="http://www.w3.org/2001/XMLSchema" xmlns:xs="http://www.w3.org/2001/XMLSchema" xmlns:p="http://schemas.microsoft.com/office/2006/metadata/properties" xmlns:ns1="http://schemas.microsoft.com/sharepoint/v3" xmlns:ns2="0a5c0dea-e5d7-4228-9256-3793bb42faa5" xmlns:ns3="97934b4b-eba6-486d-bfc1-4b8e3fe39092" targetNamespace="http://schemas.microsoft.com/office/2006/metadata/properties" ma:root="true" ma:fieldsID="19411a69e2236232fe48666fa0ee528c" ns1:_="" ns2:_="" ns3:_="">
    <xsd:import namespace="http://schemas.microsoft.com/sharepoint/v3"/>
    <xsd:import namespace="0a5c0dea-e5d7-4228-9256-3793bb42faa5"/>
    <xsd:import namespace="97934b4b-eba6-486d-bfc1-4b8e3fe39092"/>
    <xsd:element name="properties">
      <xsd:complexType>
        <xsd:sequence>
          <xsd:element name="documentManagement">
            <xsd:complexType>
              <xsd:all>
                <xsd:element ref="ns2:OneNoteFluid_FileOrder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统一合规性策略属性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统一合规性策略 UI 操作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5c0dea-e5d7-4228-9256-3793bb42faa5" elementFormDefault="qualified">
    <xsd:import namespace="http://schemas.microsoft.com/office/2006/documentManagement/types"/>
    <xsd:import namespace="http://schemas.microsoft.com/office/infopath/2007/PartnerControls"/>
    <xsd:element name="OneNoteFluid_FileOrder" ma:index="8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图像标记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934b4b-eba6-486d-bfc1-4b8e3fe3909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a885aa0b-334b-483f-9125-6409c6335a4b}" ma:internalName="TaxCatchAll" ma:showField="CatchAllData" ma:web="97934b4b-eba6-486d-bfc1-4b8e3fe390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ECB9A6-5708-4D5B-AD1B-C4C1DAB09F7A}">
  <ds:schemaRefs/>
</ds:datastoreItem>
</file>

<file path=customXml/itemProps2.xml><?xml version="1.0" encoding="utf-8"?>
<ds:datastoreItem xmlns:ds="http://schemas.openxmlformats.org/officeDocument/2006/customXml" ds:itemID="{DC9E93D6-4BAD-4D8F-8620-61824838ED6C}">
  <ds:schemaRefs/>
</ds:datastoreItem>
</file>

<file path=customXml/itemProps3.xml><?xml version="1.0" encoding="utf-8"?>
<ds:datastoreItem xmlns:ds="http://schemas.openxmlformats.org/officeDocument/2006/customXml" ds:itemID="{E5352534-1DC7-4E81-B89F-1D89D36D768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236</Words>
  <Application>Microsoft Office PowerPoint</Application>
  <PresentationFormat>宽屏</PresentationFormat>
  <Paragraphs>68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微软雅黑</vt:lpstr>
      <vt:lpstr>Arial</vt:lpstr>
      <vt:lpstr>Designed by OfficePLUS</vt:lpstr>
      <vt:lpstr>Student Information System</vt:lpstr>
      <vt:lpstr>Project Overview and Objectives</vt:lpstr>
      <vt:lpstr>Technology Stack and Design Rationale</vt:lpstr>
      <vt:lpstr>Data Model and Architecture</vt:lpstr>
      <vt:lpstr>Main Features and Demo Screens</vt:lpstr>
      <vt:lpstr>API Documentation and Example Endpoint</vt:lpstr>
      <vt:lpstr>Iterative Development and Version Control</vt:lpstr>
      <vt:lpstr>Testing, Limitations, and Conclusion</vt:lpstr>
      <vt:lpstr>Thank you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Mohan Guo [sc21m2g]</cp:lastModifiedBy>
  <cp:revision>13</cp:revision>
  <dcterms:created xsi:type="dcterms:W3CDTF">2023-06-05T05:58:00Z</dcterms:created>
  <dcterms:modified xsi:type="dcterms:W3CDTF">2026-04-21T07:11:05Z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0x010100D1443A8EF62DE444B1FF07917E22EF72</vt:lpwstr>
  </property>
  <property fmtid="{D5CDD505-2E9C-101B-9397-08002B2CF9AE}" pid="3" name="MediaServiceImageTags">
    <vt:lpwstr/>
  </property>
  <property fmtid="{D5CDD505-2E9C-101B-9397-08002B2CF9AE}" pid="4" name="ICV">
    <vt:lpwstr>96E036483AB94FBC8177A7340D2C02F5_12</vt:lpwstr>
  </property>
  <property fmtid="{D5CDD505-2E9C-101B-9397-08002B2CF9AE}" pid="5" name="KSOProductBuildVer">
    <vt:lpwstr>2052-12.1.0.21541</vt:lpwstr>
  </property>
</Properties>
</file>